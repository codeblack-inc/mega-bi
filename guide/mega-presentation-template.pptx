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ton/Documents/Codex/2026-09-24/me/outputs/mega-brand-kit/logo/mega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194560" cy="731520"/>
          </a:xfrm>
          <a:prstGeom prst="rect">
            <a:avLst/>
          </a:prstGeom>
        </p:spPr>
      </p:pic>
      <p:pic>
        <p:nvPicPr>
          <p:cNvPr id="3" name="Image 1" descr="/Users/coton/Documents/Codex/2026-09-24/me/outputs/mega-brand-kit/logo/mega-icon-512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7726680" y="1024128"/>
            <a:ext cx="3703320" cy="3703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121408"/>
            <a:ext cx="7406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만드는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큰 가능성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658368" y="4736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3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프로젝트 발표 템플릿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9436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3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mega  /  open source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3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ton/Documents/Codex/2026-09-24/me/outputs/mega-brand-kit/logo/mega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8912"/>
            <a:ext cx="1700784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83664"/>
            <a:ext cx="8046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715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아이디어에서</a:t>
            </a:r>
            <a:endParaRPr lang="en-US" sz="3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715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쓰는 도구까지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58368" y="3822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제목과 한 문장의 설명을 입력하세요.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9619488" y="1371600"/>
            <a:ext cx="1005840" cy="1005840"/>
          </a:xfrm>
          <a:prstGeom prst="ellipse">
            <a:avLst/>
          </a:prstGeom>
          <a:solidFill>
            <a:srgbClr val="E8E3FA"/>
          </a:solidFill>
          <a:ln w="12700">
            <a:solidFill>
              <a:srgbClr val="E8E3F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314432" y="2359152"/>
            <a:ext cx="1170432" cy="1170432"/>
          </a:xfrm>
          <a:prstGeom prst="ellipse">
            <a:avLst/>
          </a:prstGeom>
          <a:solidFill>
            <a:srgbClr val="FBE6E1"/>
          </a:solidFill>
          <a:ln w="12700">
            <a:solidFill>
              <a:srgbClr val="FBE6E1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73184" y="3401568"/>
            <a:ext cx="1527048" cy="1527048"/>
          </a:xfrm>
          <a:prstGeom prst="ellipse">
            <a:avLst/>
          </a:prstGeom>
          <a:solidFill>
            <a:srgbClr val="E8E3FA"/>
          </a:solidFill>
          <a:ln w="12700">
            <a:solidFill>
              <a:srgbClr val="E8E3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5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mega  /  open source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5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5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기반, 다양한 경험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공통된 철학을 제품마다 다른 쓰임으로 확장합니다.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938528"/>
            <a:ext cx="5367528" cy="3904488"/>
          </a:xfrm>
          <a:prstGeom prst="roundRect">
            <a:avLst>
              <a:gd name="adj" fmla="val 5152"/>
            </a:avLst>
          </a:prstGeom>
          <a:solidFill>
            <a:srgbClr val="F6F5FA"/>
          </a:solidFill>
          <a:ln w="12700">
            <a:solidFill>
              <a:srgbClr val="F6F5F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938528"/>
            <a:ext cx="5367528" cy="3904488"/>
          </a:xfrm>
          <a:prstGeom prst="roundRect">
            <a:avLst>
              <a:gd name="adj" fmla="val 5152"/>
            </a:avLst>
          </a:prstGeom>
          <a:solidFill>
            <a:srgbClr val="F6F5FA"/>
          </a:solidFill>
          <a:ln w="12700">
            <a:solidFill>
              <a:srgbClr val="F6F5FA">
                <a:alpha val="0"/>
              </a:srgbClr>
            </a:solidFill>
            <a:prstDash val="solid"/>
          </a:ln>
        </p:spPr>
      </p:sp>
      <p:pic>
        <p:nvPicPr>
          <p:cNvPr id="6" name="Image 0" descr="/Users/coton/Documents/Codex/2026-09-24/me/outputs/mega-brand-kit/logo/mega-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59152"/>
            <a:ext cx="2466199" cy="630936"/>
          </a:xfrm>
          <a:prstGeom prst="rect">
            <a:avLst/>
          </a:prstGeom>
        </p:spPr>
      </p:pic>
      <p:pic>
        <p:nvPicPr>
          <p:cNvPr id="7" name="Image 1" descr="/Users/coton/Documents/Codex/2026-09-24/me/outputs/mega-brand-kit/logo/mega-p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59152"/>
            <a:ext cx="2835667" cy="6309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3832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5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인터페이스를 함께 만드는 도구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60120" y="4050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컴포넌트, 패턴, 개발 경험을 하나의 흐름으로.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83680" y="33832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5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표현을 더 쉽게 넓히는 도구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583680" y="4050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아이디어를 빠르게 시각화하고 공유합니다.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60120" y="5184648"/>
            <a:ext cx="219456" cy="219456"/>
          </a:xfrm>
          <a:prstGeom prst="ellipse">
            <a:avLst/>
          </a:prstGeom>
          <a:solidFill>
            <a:srgbClr val="6043D5"/>
          </a:solidFill>
          <a:ln w="12700">
            <a:solidFill>
              <a:srgbClr val="6043D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83680" y="5184648"/>
            <a:ext cx="219456" cy="219456"/>
          </a:xfrm>
          <a:prstGeom prst="ellipse">
            <a:avLst/>
          </a:prstGeom>
          <a:solidFill>
            <a:srgbClr val="F37055"/>
          </a:solidFill>
          <a:ln w="12700">
            <a:solidFill>
              <a:srgbClr val="F37055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5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mega  /  open source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5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5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메시지를 보여주세요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내용과 제품 화면을 나란히 배치하는 기본 레이아웃입니다.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04688" cy="4023360"/>
          </a:xfrm>
          <a:prstGeom prst="roundRect">
            <a:avLst>
              <a:gd name="adj" fmla="val 5000"/>
            </a:avLst>
          </a:prstGeom>
          <a:solidFill>
            <a:srgbClr val="F6F5FA"/>
          </a:solidFill>
          <a:ln w="12700">
            <a:solidFill>
              <a:srgbClr val="F6F5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47088" y="367588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화면 · 이미지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01968" y="2340864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5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제목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1968" y="3099816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핵심을 한 문장으로 설명합니다.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865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근거와 다음 행동을 아래에 덧붙이세요.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01968" y="4846320"/>
            <a:ext cx="1883664" cy="585216"/>
          </a:xfrm>
          <a:prstGeom prst="roundRect">
            <a:avLst>
              <a:gd name="adj" fmla="val 28125"/>
            </a:avLst>
          </a:prstGeom>
          <a:solidFill>
            <a:srgbClr val="6043D5"/>
          </a:solidFill>
          <a:ln w="12700">
            <a:solidFill>
              <a:srgbClr val="6043D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493776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5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mega  /  open source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5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ton/Documents/Codex/2026-09-24/me/outputs/mega-brand-kit/logo/mega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1945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648" y="2423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함께, 더 멀리.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4008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3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이름  ·  웹사이트 또는 연락처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491472" y="4187952"/>
            <a:ext cx="1170432" cy="1170432"/>
          </a:xfrm>
          <a:prstGeom prst="ellipse">
            <a:avLst/>
          </a:prstGeom>
          <a:solidFill>
            <a:srgbClr val="6043D5"/>
          </a:solidFill>
          <a:ln w="12700">
            <a:solidFill>
              <a:srgbClr val="6043D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96144" y="4864608"/>
            <a:ext cx="566928" cy="566928"/>
          </a:xfrm>
          <a:prstGeom prst="ellipse">
            <a:avLst/>
          </a:prstGeom>
          <a:solidFill>
            <a:srgbClr val="F37055"/>
          </a:solidFill>
          <a:ln w="12700">
            <a:solidFill>
              <a:srgbClr val="F37055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3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mega  /  open source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3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 presentation template</dc:title>
  <dc:subject>Editable mega brand presentation template</dc:subject>
  <dc:creator>mega</dc:creator>
  <cp:lastModifiedBy>mega</cp:lastModifiedBy>
  <cp:revision>1</cp:revision>
  <dcterms:created xsi:type="dcterms:W3CDTF">2026-09-24T14:32:06Z</dcterms:created>
  <dcterms:modified xsi:type="dcterms:W3CDTF">2026-09-24T14:32:06Z</dcterms:modified>
</cp:coreProperties>
</file>